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4"/>
  </p:notesMasterIdLst>
  <p:handoutMasterIdLst>
    <p:handoutMasterId r:id="rId15"/>
  </p:handoutMasterIdLst>
  <p:sldIdLst>
    <p:sldId id="312" r:id="rId5"/>
    <p:sldId id="304" r:id="rId6"/>
    <p:sldId id="323" r:id="rId7"/>
    <p:sldId id="324" r:id="rId8"/>
    <p:sldId id="325" r:id="rId9"/>
    <p:sldId id="326" r:id="rId10"/>
    <p:sldId id="327" r:id="rId11"/>
    <p:sldId id="315" r:id="rId12"/>
    <p:sldId id="297" r:id="rId13"/>
  </p:sldIdLst>
  <p:sldSz cx="12192000" cy="6858000"/>
  <p:notesSz cx="13716000" cy="24384000"/>
  <p:defaultTextStyle>
    <a:defPPr rtl="0">
      <a:defRPr lang="ru-RU"/>
    </a:defPPr>
    <a:lvl1pPr marL="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41" d="100"/>
          <a:sy n="41" d="100"/>
        </p:scale>
        <p:origin x="38" y="65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338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F16EF179-AC8C-44A3-9ED6-6152B0CF8E1F}" type="datetimeyyyy">
              <a:rPr lang="ru-RU" smtClean="0"/>
              <a:t>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420BD0AB-C59E-4A46-83D3-F07787446B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BA73D-96BE-37C3-129D-D37D7D47C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F1E7A9C-C86F-C28C-3C1C-9D19DE414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FB3946A-C03F-0ECF-1DB2-D023C1362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5664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8459B-37F3-F18F-C255-292D9A5EA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3E95075-5A50-91B9-8295-766EC4A4D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CADB4F4-04AE-E407-9CF3-44DD920FD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49125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62521-7A6C-9B51-42C8-4FD5567B6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C73B64A-0B63-7C29-D81C-65B08BB87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F204E28-CD59-0E5C-6421-E2A91F701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3356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58418-BB25-871D-309A-4C54FD0F4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779F82-95D0-5AB3-D3A4-EEA5FD0DA7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EBB0E4B-40A0-E78C-57AF-D3C360F75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91570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174FC-A09C-100A-4497-0FB95EF68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F1C082B-367E-C68E-606B-C06BF118D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871EE5D-14B4-F319-2D9B-4D2A1931C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2236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Изображение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Полилиния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8" name="Полилиния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Полилиния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4" name="Изображение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ru-RU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ru-RU" sz="18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Полилиния: Фигура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15" name="Полилиния: фигура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Изображение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2" name="Заголовок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36" name="Полилиния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3" name="Полилиния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lvl="0" algn="ctr" rtl="0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Текст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</p:txBody>
      </p:sp>
      <p:sp>
        <p:nvSpPr>
          <p:cNvPr id="52" name="Рисунок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Изображение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3" name="Полилиния: фигура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9" name="Полилиния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1" name="Полилиния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3" name="Изображение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Изображение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3" name="Изображение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Полилиния: фигура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7" name="Изображение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9" name="Изображение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олилиния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3" name="Объект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25" name="Объект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ru-RU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ru-RU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ru-RU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indent="-283464">
              <a:spcBef>
                <a:spcPts val="1000"/>
              </a:spcBef>
              <a:defRPr lang="ru-RU" sz="1800"/>
            </a:lvl2pPr>
            <a:lvl3pPr indent="-283464">
              <a:spcBef>
                <a:spcPts val="1000"/>
              </a:spcBef>
              <a:defRPr lang="ru-RU" sz="1800"/>
            </a:lvl3pPr>
            <a:lvl4pPr indent="-283464">
              <a:spcBef>
                <a:spcPts val="1000"/>
              </a:spcBef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Полилиния: Фигура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21" name="Полилиния: Фигура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2" name="Полилиния: фигура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3" name="Изображение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44" name="Номер слайда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6" name="Изображение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21" name="Изображение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/>
          </a:p>
        </p:txBody>
      </p:sp>
      <p:sp>
        <p:nvSpPr>
          <p:cNvPr id="10" name="Полилиния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Изображение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Текст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1800"/>
            </a:lvl1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ru-RU" sz="1800"/>
            </a:lvl1pPr>
            <a:lvl2pPr>
              <a:defRPr lang="ru-RU" sz="1800"/>
            </a:lvl2pPr>
            <a:lvl3pPr>
              <a:defRPr lang="ru-RU" sz="1800"/>
            </a:lvl3pPr>
            <a:lvl4pPr>
              <a:defRPr lang="ru-RU" sz="1800"/>
            </a:lvl4pPr>
            <a:lvl5pPr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Графический объект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6" name="Объект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Объект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7" name="Номер слайда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Графический объект 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Изображение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4" name="Объект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9" name="Изображение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ru-RU" sz="24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ru-RU"/>
            </a:def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ru-RU" sz="3200"/>
            </a:lvl1pPr>
            <a:lvl2pPr>
              <a:defRPr lang="ru-RU" sz="2800"/>
            </a:lvl2pPr>
            <a:lvl3pPr>
              <a:defRPr lang="ru-RU" sz="2400"/>
            </a:lvl3pPr>
            <a:lvl4pPr>
              <a:defRPr lang="ru-RU" sz="2000"/>
            </a:lvl4pPr>
            <a:lvl5pPr>
              <a:defRPr lang="ru-RU" sz="20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ru-RU" sz="2800"/>
            </a:lvl1pPr>
            <a:lvl2pPr marL="457200" indent="0">
              <a:buNone/>
              <a:defRPr lang="ru-RU" sz="2800"/>
            </a:lvl2pPr>
            <a:lvl3pPr marL="914400" indent="0">
              <a:buNone/>
              <a:defRPr lang="ru-RU" sz="2400"/>
            </a:lvl3pPr>
            <a:lvl4pPr marL="1371600" indent="0">
              <a:buNone/>
              <a:defRPr lang="ru-RU" sz="2000"/>
            </a:lvl4pPr>
            <a:lvl5pPr marL="1828800" indent="0">
              <a:buNone/>
              <a:defRPr lang="ru-RU" sz="2000"/>
            </a:lvl5pPr>
            <a:lvl6pPr marL="2286000" indent="0">
              <a:buNone/>
              <a:defRPr lang="ru-RU" sz="2000"/>
            </a:lvl6pPr>
            <a:lvl7pPr marL="2743200" indent="0">
              <a:buNone/>
              <a:defRPr lang="ru-RU" sz="2000"/>
            </a:lvl7pPr>
            <a:lvl8pPr marL="3200400" indent="0">
              <a:buNone/>
              <a:defRPr lang="ru-RU" sz="2000"/>
            </a:lvl8pPr>
            <a:lvl9pPr marL="3657600" indent="0">
              <a:buNone/>
              <a:defRPr lang="ru-RU" sz="2000"/>
            </a:lvl9pPr>
          </a:lstStyle>
          <a:p>
            <a:pPr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ru-RU" sz="1200">
                <a:solidFill>
                  <a:schemeClr val="accent6"/>
                </a:solidFill>
                <a:latin typeface="+mn-lt"/>
                <a:cs typeface="+mn-cs" panose="020B0604020202020204" pitchFamily="34" charset="0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ru-RU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2930" y="1828800"/>
            <a:ext cx="5746140" cy="3831221"/>
          </a:xfrm>
        </p:spPr>
        <p:txBody>
          <a:bodyPr rtlCol="0" anchor="ctr"/>
          <a:lstStyle>
            <a:defPPr>
              <a:defRPr lang="ru-RU"/>
            </a:defPPr>
          </a:lstStyle>
          <a:p>
            <a:r>
              <a:rPr lang="ru-RU" dirty="0"/>
              <a:t>ТЕСТИРОВЩИКА - КАЛЬКУЛЯТОР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7F1B1F3-AAF4-2B11-DA32-7FE4DDF5C7A2}"/>
              </a:ext>
            </a:extLst>
          </p:cNvPr>
          <p:cNvSpPr txBox="1">
            <a:spLocks/>
          </p:cNvSpPr>
          <p:nvPr/>
        </p:nvSpPr>
        <p:spPr>
          <a:xfrm>
            <a:off x="3110636" y="0"/>
            <a:ext cx="5970728" cy="1459832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defPPr>
              <a:defRPr lang="ru-RU"/>
            </a:defPPr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 err="1"/>
              <a:t>Мухаммаджонов</a:t>
            </a:r>
            <a:r>
              <a:rPr lang="ru-RU" sz="2000" dirty="0"/>
              <a:t> </a:t>
            </a:r>
            <a:r>
              <a:rPr lang="ru-RU" sz="2000" dirty="0" err="1"/>
              <a:t>Файзулло</a:t>
            </a:r>
            <a:r>
              <a:rPr lang="ru-RU" sz="2000" dirty="0"/>
              <a:t> </a:t>
            </a:r>
          </a:p>
          <a:p>
            <a:r>
              <a:rPr lang="ru-RU" sz="2000" dirty="0" err="1"/>
              <a:t>Гуруппа</a:t>
            </a:r>
            <a:r>
              <a:rPr lang="ru-RU" sz="2000" dirty="0"/>
              <a:t> 4.407-1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2" y="50337"/>
            <a:ext cx="6583680" cy="1531357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ЧТО ТЕСТИРОВАЛИ?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653" y="1825328"/>
            <a:ext cx="6583680" cy="3207344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r>
              <a:rPr lang="ru-RU" sz="1800" dirty="0"/>
              <a:t>**ФУНКЦИИ КАЛЬКУЛЯТОРА:**</a:t>
            </a:r>
          </a:p>
          <a:p>
            <a:r>
              <a:rPr lang="ru-RU" sz="1800" dirty="0"/>
              <a:t> </a:t>
            </a:r>
          </a:p>
          <a:p>
            <a:r>
              <a:rPr lang="ru-RU" sz="1800" dirty="0"/>
              <a:t>1. ➕ Сложение двух чисел</a:t>
            </a:r>
          </a:p>
          <a:p>
            <a:r>
              <a:rPr lang="ru-RU" sz="1800" dirty="0"/>
              <a:t>2. ➖ Вычитание двух чисел</a:t>
            </a:r>
          </a:p>
          <a:p>
            <a:r>
              <a:rPr lang="ru-RU" sz="1800" dirty="0"/>
              <a:t>3. ✖️ Умножение двух чисел</a:t>
            </a:r>
          </a:p>
          <a:p>
            <a:r>
              <a:rPr lang="ru-RU" sz="1800" dirty="0"/>
              <a:t>4. ➗ Деление двух чисел</a:t>
            </a:r>
          </a:p>
          <a:p>
            <a:r>
              <a:rPr lang="ru-RU" sz="1800" dirty="0"/>
              <a:t>6. ↩️ Очистка экрана (C)</a:t>
            </a:r>
          </a:p>
          <a:p>
            <a:r>
              <a:rPr lang="ru-RU" sz="1800" dirty="0"/>
              <a:t>8. 🎯 Проверка граничных значений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06959-097E-7AC1-754E-113EFF1BE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85C371-70CB-CDD0-63F3-7BFF04C27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2" y="50337"/>
            <a:ext cx="6583680" cy="1531357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ТЕСТ #1 - СЛОЖЕНИЕ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5258A2-7BFC-6E52-3C4A-88B91359B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179" y="2176913"/>
            <a:ext cx="6583680" cy="3207344"/>
          </a:xfrm>
        </p:spPr>
        <p:txBody>
          <a:bodyPr rtlCol="0">
            <a:normAutofit fontScale="55000" lnSpcReduction="20000"/>
          </a:bodyPr>
          <a:lstStyle>
            <a:defPPr>
              <a:defRPr lang="ru-RU"/>
            </a:defPPr>
          </a:lstStyle>
          <a:p>
            <a:r>
              <a:rPr lang="ru-RU" dirty="0"/>
              <a:t>**ТЕСТ: Сложение 5 + 3**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Действие:</a:t>
            </a:r>
          </a:p>
          <a:p>
            <a:r>
              <a:rPr lang="ru-RU" dirty="0"/>
              <a:t>- Введите: 5</a:t>
            </a:r>
          </a:p>
          <a:p>
            <a:r>
              <a:rPr lang="ru-RU" dirty="0"/>
              <a:t>- Нажмите: +</a:t>
            </a:r>
          </a:p>
          <a:p>
            <a:r>
              <a:rPr lang="ru-RU" dirty="0"/>
              <a:t>- Введите: 3</a:t>
            </a:r>
          </a:p>
          <a:p>
            <a:r>
              <a:rPr lang="ru-RU" dirty="0"/>
              <a:t>- Нажмите: =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Ожидаемый результат: 8</a:t>
            </a:r>
          </a:p>
          <a:p>
            <a:r>
              <a:rPr lang="ru-RU" dirty="0"/>
              <a:t>✅ ПОЛУЧЕННЫЙ РЕЗУЛЬТАТ: 8</a:t>
            </a:r>
          </a:p>
          <a:p>
            <a:r>
              <a:rPr lang="ru-RU" dirty="0"/>
              <a:t>✅ СТАТУС: ПРОЙДЕН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653C648-347A-B9F6-1684-0EC65DAF38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3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7A8D92C-58DD-DC57-89CE-0483216CC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672" y="1581694"/>
            <a:ext cx="3020682" cy="400715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4E18034-68CC-04A7-01C0-AC2C8B2FD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0942" y="1581694"/>
            <a:ext cx="3020682" cy="4021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715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CF4DB-6C00-545D-7C1A-298C29D6E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06DF96-196C-A1C4-C2AE-1BC31DF1D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2" y="50337"/>
            <a:ext cx="6583680" cy="1531357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ТЕСТ #2 - ВЫЧИТАНИЕ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3B13A3-1C59-C8E4-D67D-0C556DA06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179" y="2176913"/>
            <a:ext cx="6583680" cy="3207344"/>
          </a:xfrm>
        </p:spPr>
        <p:txBody>
          <a:bodyPr rtlCol="0">
            <a:normAutofit fontScale="55000" lnSpcReduction="20000"/>
          </a:bodyPr>
          <a:lstStyle>
            <a:defPPr>
              <a:defRPr lang="ru-RU"/>
            </a:defPPr>
          </a:lstStyle>
          <a:p>
            <a:r>
              <a:rPr lang="ru-RU" dirty="0"/>
              <a:t>**ТЕСТ: Вычитание 10 - 4**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Действие:</a:t>
            </a:r>
          </a:p>
          <a:p>
            <a:r>
              <a:rPr lang="ru-RU" dirty="0"/>
              <a:t>- Введите: 10</a:t>
            </a:r>
          </a:p>
          <a:p>
            <a:r>
              <a:rPr lang="ru-RU" dirty="0"/>
              <a:t>- Нажмите: -</a:t>
            </a:r>
          </a:p>
          <a:p>
            <a:r>
              <a:rPr lang="ru-RU" dirty="0"/>
              <a:t>- Введите: </a:t>
            </a:r>
            <a:r>
              <a:rPr lang="en-US" dirty="0"/>
              <a:t>6</a:t>
            </a:r>
            <a:endParaRPr lang="ru-RU" dirty="0"/>
          </a:p>
          <a:p>
            <a:r>
              <a:rPr lang="ru-RU" dirty="0"/>
              <a:t>- Нажмите: =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Ожидаемый результат: </a:t>
            </a:r>
            <a:r>
              <a:rPr lang="en-US" dirty="0"/>
              <a:t>4</a:t>
            </a:r>
            <a:endParaRPr lang="ru-RU" dirty="0"/>
          </a:p>
          <a:p>
            <a:r>
              <a:rPr lang="ru-RU" dirty="0"/>
              <a:t>✅ ПОЛУЧЕННЫЙ РЕЗУЛЬТАТ: </a:t>
            </a:r>
            <a:r>
              <a:rPr lang="en-US" dirty="0"/>
              <a:t>4</a:t>
            </a:r>
            <a:endParaRPr lang="ru-RU" dirty="0"/>
          </a:p>
          <a:p>
            <a:r>
              <a:rPr lang="ru-RU" dirty="0"/>
              <a:t>✅ СТАТУС: ПРОЙДЕН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0DD030-BD9D-6148-E16F-6EEA14713E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4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B3CDD42-48CF-55EF-FB4D-B476284B8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496" y="1575873"/>
            <a:ext cx="3113007" cy="412380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6D935D7-66D9-5CDF-16E6-742036CF7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5011" y="1575873"/>
            <a:ext cx="3128834" cy="412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200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DD494-5D41-587A-F2E0-95E9DDA0D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CB0F80-2CF4-8947-8259-F0E70F5D2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2" y="50337"/>
            <a:ext cx="6583680" cy="1531357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ТЕСТ #</a:t>
            </a:r>
            <a:r>
              <a:rPr lang="en-US" dirty="0"/>
              <a:t>3</a:t>
            </a:r>
            <a:r>
              <a:rPr lang="ru-RU" dirty="0"/>
              <a:t> - УМНОЖЕНИЕ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DB58EE-E0CC-49A8-F35C-DCB2AA18C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179" y="2176913"/>
            <a:ext cx="4090317" cy="3207344"/>
          </a:xfrm>
        </p:spPr>
        <p:txBody>
          <a:bodyPr rtlCol="0">
            <a:normAutofit fontScale="55000" lnSpcReduction="20000"/>
          </a:bodyPr>
          <a:lstStyle>
            <a:defPPr>
              <a:defRPr lang="ru-RU"/>
            </a:defPPr>
          </a:lstStyle>
          <a:p>
            <a:r>
              <a:rPr lang="ru-RU" dirty="0"/>
              <a:t>**ТЕСТ: Умножение 6 × 7**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Действие:</a:t>
            </a:r>
          </a:p>
          <a:p>
            <a:r>
              <a:rPr lang="ru-RU" dirty="0"/>
              <a:t>- Введите: 6</a:t>
            </a:r>
          </a:p>
          <a:p>
            <a:r>
              <a:rPr lang="ru-RU" dirty="0"/>
              <a:t>- Нажмите: ×</a:t>
            </a:r>
          </a:p>
          <a:p>
            <a:r>
              <a:rPr lang="ru-RU" dirty="0"/>
              <a:t>- Введите: 7</a:t>
            </a:r>
          </a:p>
          <a:p>
            <a:r>
              <a:rPr lang="ru-RU" dirty="0"/>
              <a:t>- Нажмите: =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Ожидаемый результат: 42</a:t>
            </a:r>
          </a:p>
          <a:p>
            <a:r>
              <a:rPr lang="ru-RU" dirty="0"/>
              <a:t>✅ ПОЛУЧЕННЫЙ РЕЗУЛЬТАТ: 42</a:t>
            </a:r>
          </a:p>
          <a:p>
            <a:r>
              <a:rPr lang="ru-RU" dirty="0"/>
              <a:t>✅ СТАТУС: ПРОЙДЕН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0EC4695-49CB-9BAB-F509-A9148E9E71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5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13F3224-BF03-F329-0AB3-7D1C231BE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496" y="1581694"/>
            <a:ext cx="2935380" cy="390794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DEDBF09-AF20-9730-78AD-AE32E7B6F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813" y="1581694"/>
            <a:ext cx="2928008" cy="390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309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5CB17-8324-A0F6-A3DF-B4D3DC2E1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79E7E1-400B-9496-1093-8C85C41DB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2" y="50337"/>
            <a:ext cx="6583680" cy="1531357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ТЕСТ #</a:t>
            </a:r>
            <a:r>
              <a:rPr lang="en-US" dirty="0"/>
              <a:t>4</a:t>
            </a:r>
            <a:r>
              <a:rPr lang="ru-RU" dirty="0"/>
              <a:t> - ДЕЛЕНИЕ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F13A11-1BE4-2730-6DFF-AEC2A9825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179" y="2176913"/>
            <a:ext cx="3113007" cy="3207344"/>
          </a:xfrm>
        </p:spPr>
        <p:txBody>
          <a:bodyPr rtlCol="0">
            <a:normAutofit fontScale="55000" lnSpcReduction="20000"/>
          </a:bodyPr>
          <a:lstStyle>
            <a:defPPr>
              <a:defRPr lang="ru-RU"/>
            </a:defPPr>
          </a:lstStyle>
          <a:p>
            <a:r>
              <a:rPr lang="ru-RU" dirty="0"/>
              <a:t>**ТЕСТ: Деление 20 ÷ 4**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Действие:</a:t>
            </a:r>
          </a:p>
          <a:p>
            <a:r>
              <a:rPr lang="ru-RU" dirty="0"/>
              <a:t>- Введите: 20</a:t>
            </a:r>
          </a:p>
          <a:p>
            <a:r>
              <a:rPr lang="ru-RU" dirty="0"/>
              <a:t>- Нажмите: ÷</a:t>
            </a:r>
          </a:p>
          <a:p>
            <a:r>
              <a:rPr lang="ru-RU" dirty="0"/>
              <a:t>- Введите: 4</a:t>
            </a:r>
          </a:p>
          <a:p>
            <a:r>
              <a:rPr lang="ru-RU" dirty="0"/>
              <a:t>- Нажмите: =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Ожидаемый результат: 5</a:t>
            </a:r>
          </a:p>
          <a:p>
            <a:r>
              <a:rPr lang="ru-RU" dirty="0"/>
              <a:t>✅ ПОЛУЧЕННЫЙ РЕЗУЛЬТАТ: 5</a:t>
            </a:r>
          </a:p>
          <a:p>
            <a:r>
              <a:rPr lang="ru-RU" dirty="0"/>
              <a:t>✅ СТАТУС: ПРОЙДЕН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BD5CD4-3A1B-ACA1-2261-EC475D3817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6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C3B4E6F-5D15-F941-0CF0-4D21C94DB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865" y="1718487"/>
            <a:ext cx="2851162" cy="378447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180D556-F377-A0BD-86EC-092631165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370" y="1718487"/>
            <a:ext cx="2886949" cy="378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257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653B9-85FA-2BEE-5311-AEFE4B97B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5C131A-140D-3C5B-7170-6C66BE008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2" y="181183"/>
            <a:ext cx="6930189" cy="795631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400" dirty="0"/>
              <a:t>ТЕСТ #</a:t>
            </a:r>
            <a:r>
              <a:rPr lang="en-US" sz="2400" dirty="0"/>
              <a:t>5</a:t>
            </a:r>
            <a:r>
              <a:rPr lang="ru-RU" sz="2400" dirty="0"/>
              <a:t> - ОЧИСТКА И УДАЛЕНИЕ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179C64-A2EE-164D-A462-DC97A26A8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179" y="1575873"/>
            <a:ext cx="3850105" cy="4327622"/>
          </a:xfrm>
        </p:spPr>
        <p:txBody>
          <a:bodyPr rtlCol="0">
            <a:normAutofit fontScale="92500"/>
          </a:bodyPr>
          <a:lstStyle>
            <a:defPPr>
              <a:defRPr lang="ru-RU"/>
            </a:defPPr>
          </a:lstStyle>
          <a:p>
            <a:r>
              <a:rPr lang="ru-RU" dirty="0"/>
              <a:t>**ТЕСТ: Функции C и DEL**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Действие 1 (C):</a:t>
            </a:r>
          </a:p>
          <a:p>
            <a:r>
              <a:rPr lang="ru-RU" dirty="0"/>
              <a:t>- Введите: 12345</a:t>
            </a:r>
          </a:p>
          <a:p>
            <a:r>
              <a:rPr lang="ru-RU" dirty="0"/>
              <a:t>- Нажмите: C</a:t>
            </a:r>
          </a:p>
          <a:p>
            <a:r>
              <a:rPr lang="ru-RU" dirty="0"/>
              <a:t>✅ Результат: экран очищен </a:t>
            </a:r>
          </a:p>
          <a:p>
            <a:r>
              <a:rPr lang="ru-RU" dirty="0"/>
              <a:t>✅ СТАТУС: ПРОЙДЕНЫ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3AC420-DE67-CD27-28B3-FAFAF051BB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7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F13C6D2-43A4-774E-2ED0-2C8F27262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084" y="1575873"/>
            <a:ext cx="2983832" cy="394462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6E26016-E001-2E8D-A6DE-011811F35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616" y="1575873"/>
            <a:ext cx="2964410" cy="394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15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3" y="506213"/>
            <a:ext cx="4106779" cy="844949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ЗАКЛЮЧЕНИЕ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8</a:t>
            </a:fld>
            <a:endParaRPr lang="ru-RU" dirty="0"/>
          </a:p>
        </p:txBody>
      </p:sp>
      <p:sp>
        <p:nvSpPr>
          <p:cNvPr id="16" name="Объект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1684422"/>
            <a:ext cx="8053137" cy="4338944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r>
              <a:rPr lang="ru-RU" dirty="0"/>
              <a:t>**ИТОГИ ТЕСТИРОВАНИЯ**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✅ **СТАТУС ПРИЛОЖЕНИЯ: ГОТОВО К ИСПОЛЬЗОВАНИЮ**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📊 **Результаты:**</a:t>
            </a:r>
          </a:p>
          <a:p>
            <a:r>
              <a:rPr lang="ru-RU" dirty="0"/>
              <a:t>- Все функции работают корректно</a:t>
            </a:r>
          </a:p>
          <a:p>
            <a:r>
              <a:rPr lang="ru-RU" dirty="0"/>
              <a:t>- Нет ошибок в расчетах</a:t>
            </a:r>
          </a:p>
          <a:p>
            <a:r>
              <a:rPr lang="ru-RU" dirty="0"/>
              <a:t>- Интерфейс удобен</a:t>
            </a:r>
          </a:p>
          <a:p>
            <a:r>
              <a:rPr lang="ru-RU" dirty="0"/>
              <a:t>- Производительность хорошая</a:t>
            </a:r>
          </a:p>
          <a:p>
            <a:r>
              <a:rPr lang="ru-RU" dirty="0"/>
              <a:t>- Все граничные случаи обработаны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3213716" cy="272770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Спасибо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 err="1"/>
              <a:t>Мухаммаджонов</a:t>
            </a:r>
            <a:r>
              <a:rPr lang="ru-RU" dirty="0"/>
              <a:t> </a:t>
            </a:r>
            <a:r>
              <a:rPr lang="ru-RU" dirty="0" err="1"/>
              <a:t>Файзулло</a:t>
            </a:r>
            <a:r>
              <a:rPr lang="ru-RU" dirty="0"/>
              <a:t> </a:t>
            </a:r>
          </a:p>
          <a:p>
            <a:pPr rtl="0"/>
            <a:r>
              <a:rPr lang="ru-RU" dirty="0"/>
              <a:t>4.407-1 </a:t>
            </a:r>
            <a:r>
              <a:rPr lang="ru-RU" dirty="0" err="1"/>
              <a:t>гуруппа</a:t>
            </a:r>
            <a:r>
              <a:rPr lang="ru-RU" dirty="0"/>
              <a:t> </a:t>
            </a:r>
          </a:p>
          <a:p>
            <a:r>
              <a:rPr lang="en-US" dirty="0"/>
              <a:t>GIT HUB https://github.com/Muhammadjonov98/Calculator.git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Times new Roman"/>
        <a:ea typeface=""/>
        <a:cs typeface="Times new Roma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9_TF78438558_Win32" id="{20174D6F-D900-4129-ACAC-D46CF5FD4DB7}" vid="{268851D2-D7B5-4873-88EC-188753A90A6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{CF976036-6ABF-4D96-8DCC-B7987816173E}TF8a9b5915-b8c7-461e-8cdd-693d48b5e323138ae9a7_win32-fecfc327da1f</Template>
  <TotalTime>61</TotalTime>
  <Words>341</Words>
  <Application>Microsoft Office PowerPoint</Application>
  <PresentationFormat>Широкоэкранный</PresentationFormat>
  <Paragraphs>90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Times new Roman</vt:lpstr>
      <vt:lpstr>Пользовательская</vt:lpstr>
      <vt:lpstr>ТЕСТИРОВЩИКА - КАЛЬКУЛЯТОР</vt:lpstr>
      <vt:lpstr>ЧТО ТЕСТИРОВАЛИ?</vt:lpstr>
      <vt:lpstr>ТЕСТ #1 - СЛОЖЕНИЕ</vt:lpstr>
      <vt:lpstr>ТЕСТ #2 - ВЫЧИТАНИЕ</vt:lpstr>
      <vt:lpstr>ТЕСТ #3 - УМНОЖЕНИЕ</vt:lpstr>
      <vt:lpstr>ТЕСТ #4 - ДЕЛЕНИЕ</vt:lpstr>
      <vt:lpstr>ТЕСТ #5 - ОЧИСТКА И УДАЛЕНИЕ</vt:lpstr>
      <vt:lpstr>ЗАКЛЮЧЕНИЕ</vt:lpstr>
      <vt:lpstr>Спасибо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Fayzullo</dc:creator>
  <cp:lastModifiedBy>Fayzullo</cp:lastModifiedBy>
  <cp:revision>2</cp:revision>
  <dcterms:created xsi:type="dcterms:W3CDTF">2026-05-21T03:14:05Z</dcterms:created>
  <dcterms:modified xsi:type="dcterms:W3CDTF">2026-05-21T04:23:08Z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